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<Relationship Id="rId1" Type="http://schemas.openxmlformats.org/officeDocument/2006/relationships/slide" Target="slides/slide1.xml"/>
</Relationships>
</file>

<file path=ppt/slides/_rels/slide1.xml.rels><?xml version="1.0" encoding="UTF-8"?>
<Relationships xmlns="http://schemas.openxmlformats.org/package/2006/relationships">
<Relationship Id="rId2" Type="http://schemas.openxmlformats.org/officeDocument/2006/relationships/image" Target="../media/image1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/>
      <p:grpSpPr/>
      <p:pic>
        <p:blipFill>
          <a:blip r:embed="rId2"/>
        </p:blipFill>
      </p:pic>
      <p:sp>
        <p:txBody>
          <a:p>
            <a:r>
              <a:t>Slide one text</a:t>
            </a:r>
          </a:p>
        </p:txBody>
      </p:sp>
    </p:spTree>
  </p:cSld>
</p:sld>
</file>